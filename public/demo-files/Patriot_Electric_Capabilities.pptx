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Patriot Electric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Ashburn, VA  ·  Data Center Electrical Specialists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Licensed electrical contractor based in Ashburn, VA</a:t>
            </a:r>
          </a:p>
          <a:p>
            <a:r>
              <a:t>Focused on data center corridor (Loudoun, Prince William)</a:t>
            </a:r>
          </a:p>
          <a:p>
            <a:r>
              <a:t>22 journeymen, 8 apprentices, 4 project managers</a:t>
            </a:r>
          </a:p>
          <a:p>
            <a:r>
              <a:t>$4.6M revenue (2025), targeting $5.4M (2026)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DC-11 Electrical Rough-In - $2.1M (2025)</a:t>
            </a:r>
          </a:p>
          <a:p>
            <a:r>
              <a:t>DC-09 Branch Panel Upgrade - $685K (2025)</a:t>
            </a:r>
          </a:p>
          <a:p>
            <a:r>
              <a:t>Loudoun Logistics Park - $1.4M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Medium-voltage switchgear up to 15kV</a:t>
            </a:r>
          </a:p>
          <a:p>
            <a:r>
              <a:t>Generator + UPS integration</a:t>
            </a:r>
          </a:p>
          <a:p>
            <a:r>
              <a:t>Structured cable pathways</a:t>
            </a:r>
          </a:p>
          <a:p>
            <a:r>
              <a:t>NFPA 70E arc-flash studies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Patriot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Data-center-only focus - we know the playbook</a:t>
            </a:r>
          </a:p>
          <a:p>
            <a:r>
              <a:t>100% on-time completion, 2024 + 2025</a:t>
            </a:r>
          </a:p>
          <a:p>
            <a:r>
              <a:t>Zero OSHA recordables, 3.8M safe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