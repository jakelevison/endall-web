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2B2B2B"/>
                </a:solidFill>
              </a:rPr>
              <a:t>Verification Test LLC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0000"/>
                </a:solidFill>
              </a:rPr>
              <a:t>Capabilities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666666"/>
                </a:solidFill>
              </a:rPr>
              <a:t>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</a:rPr>
              <a:t>14 years in business.
Verification Test LLC is a commercial electrical contractor focused on the Ashburn, VA data-center corridor. We specialize in sub-$5M electrical rough-in, medium-voltage switchgear, and generator + UPS integration for mission-critical facilities.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Services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B2B2B"/>
                </a:solidFill>
              </a:rPr>
              <a:t>• Medium-voltage switchgear (up to 15kV): Design, installation, and commissioning of 5kV–15kV switchgear for data-center and industrial campuses.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Data-center electrical rough-in: Shell-phase rough-in including feeders, distribution, lighting, and device install for hyperscale and colo facilities.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Generator and UPS integration: Full N+1 and 2N integration of diesel gensets, static UPS, and ATS switchgear with SCADA tie-in.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Structured cable pathways: Cable tray, ladder rack, and conduit pathway systems for mission-critical builds.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Testing and commissioning: Infrared scanning, torque verification, insulation resistance, and relay coordination studies pre-energization.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NFPA 70E arc-flash studies: Incident-energy calculations, labeling, and PPE program for full-facility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Project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B2B2B"/>
                </a:solidFill>
              </a:rPr>
              <a:t>• DC-11 Electrical Rough-In, client: Meridian Construction, value: 2100000. 200k SF data-center shell rough-in. Completed 2025 on time, zero recordables.</a:t>
            </a:r>
          </a:p>
          <a:p>
            <a:pPr algn="l"/>
            <a:r>
              <a:rPr sz="1600">
                <a:solidFill>
                  <a:srgbClr val="2B2B2B"/>
                </a:solidFill>
              </a:rPr>
              <a:t>• DC-09 Branch Panel Upgrade, client: Compass Data Centers, value: 685000. Live-facility 42-circuit panel cutover. Zero downtime, completed 2025.</a:t>
            </a:r>
          </a:p>
          <a:p>
            <a:pPr algn="l"/>
            <a:r>
              <a:rPr sz="1600">
                <a:solidFill>
                  <a:srgbClr val="2B2B2B"/>
                </a:solidFill>
              </a:rPr>
              <a:t>• Loudoun Logistics Park, client: Brookfield, value: 1400000. Warehouse tenant improvement electrical build-out, 2024.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Why choose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B2B2B"/>
                </a:solidFill>
              </a:rPr>
              <a:t>• Data-center-only focus: we know the playbook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100% on-time completion across 2024 and 2025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Zero OSHA recordables across 3.8M safe hours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Owner-on-site for every sub-$5M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Certifications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B2B2B"/>
                </a:solidFill>
              </a:rPr>
              <a:t>• Virginia Master Electrician License (2705-118432) - verified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NFPA 70E Arc-Flash Certified - verified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OSHA 30 (all journeymen + apprentices) - verified</a:t>
            </a:r>
          </a:p>
          <a:p>
            <a:pPr algn="l"/>
            <a:r>
              <a:rPr sz="1800">
                <a:solidFill>
                  <a:srgbClr val="2B2B2B"/>
                </a:solidFill>
              </a:rPr>
              <a:t>• NECA member - pending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B2B2B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2B2B2B"/>
                </a:solidFill>
              </a:rPr>
              <a:t>• Verification Test LLC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Ashburn, VA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Phone: (703) 555-0100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Email: info@verification_test_llc.com</a:t>
            </a:r>
          </a:p>
          <a:p>
            <a:pPr algn="l"/>
            <a:r>
              <a:rPr sz="2000">
                <a:solidFill>
                  <a:srgbClr val="2B2B2B"/>
                </a:solidFill>
              </a:rPr>
              <a:t>• Web: www.verification_test_llc.com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i="1">
                <a:solidFill>
                  <a:srgbClr val="808080"/>
                </a:solidFill>
              </a:rPr>
              <a:t>Generated by Endall | endall.ai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